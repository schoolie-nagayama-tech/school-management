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LINE通知コスト試算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生徒300人 / 通塾 週1.6回（月6.9回） / 1生徒1アカウント想定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743200" cy="384048"/>
          </a:xfrm>
          <a:prstGeom prst="rect">
            <a:avLst/>
          </a:prstGeom>
          <a:solidFill>
            <a:srgbClr val="06C7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公式アカウント1本に集約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組み合わせシナリオ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143000"/>
                <a:gridCol w="132588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シナリオ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月間通数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プラン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一斉連絡のみ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2,580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①＋予定変更＋チャット＋個別/学年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3,530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②＋報告書を毎回LINE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スタンダード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③' ②＋報告書を週1まとめLINE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4,820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 ③＋欠席遅刻〔将来〕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6,050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スタンダード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⑤ ④＋入退室を毎回〔将来〕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10,190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スタンダード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69164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92440" y="1691640"/>
            <a:ext cx="109728" cy="16002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Text 7"/>
          <p:cNvSpPr/>
          <p:nvPr/>
        </p:nvSpPr>
        <p:spPr>
          <a:xfrm>
            <a:off x="8348472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おすすめスタート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30184" y="21305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¥60,000 / 年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8348472" y="2715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ライト ¥5,000/月（5,000通枠）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48472" y="2971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②＋報告書を週1まとめ通知（③'）。コスト最小。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2440" y="3383280"/>
            <a:ext cx="3566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0" y="3383280"/>
            <a:ext cx="109728" cy="1600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8348472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フル通知に拡張すると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30184" y="38221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¥180,000 / 年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8348472" y="4407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スタンダード ¥15,000/月（30,000通枠）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48472" y="4663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報告書を毎回・欠席遅刻・入退室を追加。プランは月単位で変更可。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786384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138928"/>
            <a:ext cx="10698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判断の肝　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報告書を「毎回」LINE通知にすると +2,070通でライト枠（月5,000通）を超え、年¥12万増。「週1まとめ」ならライトに収まる。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605332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プラン: フリー200通¥0 / ライト5,000通¥5,000 / スタンダード30,000通¥15,000（いずれも税別）。フリー・ライトは無料枠超過で送信不可。両親そろってLINE登録すると宛先が約1.3倍に増加。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LINE通知コスト試算</dc:title>
  <dc:subject>PptxGenJS Presentation</dc:subject>
  <dc:creator>schoolie</dc:creator>
  <cp:lastModifiedBy>schoolie</cp:lastModifiedBy>
  <cp:revision>1</cp:revision>
  <dcterms:created xsi:type="dcterms:W3CDTF">2026-05-29T12:46:45Z</dcterms:created>
  <dcterms:modified xsi:type="dcterms:W3CDTF">2026-05-29T12:46:45Z</dcterms:modified>
</cp:coreProperties>
</file>